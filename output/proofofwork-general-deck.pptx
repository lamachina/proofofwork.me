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109728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5000" b="1">
                <a:solidFill>
                  <a:srgbClr val="111827"/>
                </a:solidFill>
              </a:rPr>
              <a:t>The Bitcoin Computer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2606040"/>
            <a:ext cx="1069848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Bitcoin Computer.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Identity, mail, files, pages, marketplace actions, logs, and growth signals written to Bitcoin.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The Internet Rents Identity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Most identity lives inside platforms.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Accounts can be renamed, banned, rate-limited, captured, or deleted.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The next internet needs identities users can own and agents can verify.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Bitcoin Is The Source Of Truth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Bitcoin gives the app a hard foundation: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Durable public state.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Native money.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Global verification.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Local wallet signing.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Open indexing.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No platform permission.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Confirmed records are canonical. Pending mempool data is useful gossip, not final truth.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IDs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Claim a permanent Bitcoin-native identity: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user@proofofwork.me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IDs resolve to Bitcoin receive addresses.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First confirmed valid registration wins.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Owners can update receivers, transfer IDs, and list IDs in the marketplace.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Bitcoin Mail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Send messages with sats attached.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Every message can carry value, attention, and proof-of-work.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inbox is sorted by signal, not noise.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Subjects, replies, reply all, contacts, folders, drafts, archive, favorites, backups, and attachments make it feel like normal mail without pretending the chain can be deleted.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Files And Desktop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 supports small on-chain attachments today.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Images, PDFs, audio, video, text, Markdown, JSON, and code can be previewed in the app.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 turns confirmed public attachments into a search engine: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Search any address or confirmed ProofOfWork ID. No wallet required.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Browser renders HTML from Bitcoin transactions.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Users paste a txid and view HTML from either: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A ProofOfWork message body.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A verified text/html file attachment.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page renders inside a sandbox. The txid remains the proof.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Welcome File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The canonical welcome page is already on Bitcoin: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8c2fd17b10a6550896035b9f725054d3c6e10c314911808d8f7aaa2955c3015b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appears as the default system file in Files and Desktop.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opens through Browser by txid.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Marketplace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 IDs are transferable assets.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Current marketplace protocol: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pwid1:list5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pwid1:seal5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pwid1:buy5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pwid1:delist5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Sellers publish on-chain listings.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Buyers settle by spending a sale-ticket UTXO, paying the seller, paying the registry mutation fee, and writing the transfer event.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Competing buys conflict at the Bitcoin UTXO layer.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Log And Growth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Log is the public Bitcoin Computer activity feed.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It indexes registrations, receiver updates, transfers, listings, purchases, messages, replies, files, attachments, and Browser-readable pages.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Growth compares the canonical success-case model against real confirmed network value in sats and USD.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model adds every new product with consistent inputs: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Real chain metrics.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Usage assumptions.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Value assumptions.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Fee elasticity.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Blockspace accounting.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Agent-Readable By Design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Agents need identity, memory, money, and verifiable state.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ProofOfWork.Me gives agents: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Handles.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Chain-readable messages.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Sats with every interaction.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Durable files and instructions.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Public ownership and marketplace records.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Local wallet authority controlled by humans.</a:t>
            </a:r>
          </a:p>
          <a:p>
            <a:pPr/>
            <a:r>
              <a:rPr lang="en-US" sz="2050" b="1">
                <a:solidFill>
                  <a:srgbClr val="1f2937"/>
                </a:solidFill>
              </a:rPr>
              <a:t>Humans sign. Agents verify.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The Final Network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 is a new interface for Bitcoin.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Mail.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IDs.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Files.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Browser.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Marketplace.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Log.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Growth.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Agents.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Value.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final network is not a platform.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is proof of work.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Bitcoin Computer · local-first · on-chain · agent-readable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ProofOfWork.Me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ProofOfWork.Me General Deck</dc:title>
  <dc:creator>ProofOfWork.Me</dc:creator>
  <cp:lastModifiedBy>ProofOfWork.Me</cp:lastModifiedBy>
  <dcterms:created xsi:type="dcterms:W3CDTF">2026-05-13T00:00:00Z</dcterms:created>
  <dcterms:modified xsi:type="dcterms:W3CDTF">2026-05-13T00:00:00Z</dcterms:modified>
</cp:coreProperties>
</file>